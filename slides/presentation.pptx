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Bias &amp; Safety Auditor for
Text-to-Image Generative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CAP6412 – Advanced Computer Vision  |  Spring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UCF CRCV  |  Dr. Mubarak Shah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github.com/waqarbutt58/BiasAudit-CAP6412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Audit Text-to-Image Models?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male for
'CEO'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8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93%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male for
'Electrician' prompt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female for
'Nurse'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77440"/>
            <a:ext cx="8412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Models trained on ~5 billion internet image-text pairs — biases baked in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No standardised open-source end-to-end auditing tool exists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EU AI Act (2024) and US Executive Order on AI Safety mandate bias audits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Industry audits exist but tools are not open-sourced or reproducible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Gap We Fill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31920" cy="91440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869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Existing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Covers components in isolation:
bias detection OR safety filtering OR concept erasure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868680"/>
            <a:ext cx="39319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8869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2801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End-to-end pipeline: bias detection + safety filtering
+ concept erasure + automated PDF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859536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039112"/>
            <a:ext cx="8503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First open-source pipeline combining all 4 components with automated PDF report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88920"/>
            <a:ext cx="8412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Bias Score + Shannon Entropy + Demographic Parity — three complementary metrics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Training-free safety filter: no fine-tuning required (SAFREE-inspired)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Surgical concept erasure: only ~2% of U-Net parameters fine-tuned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One-command PDF audit report generation with 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Pipeline Architecture — 5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16459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INPUT
60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868680"/>
            <a:ext cx="182880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39" y="96012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1
Image Generation
(600 images)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868680"/>
            <a:ext cx="173736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96012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2
Bias Detection
CLIP zero-shot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103120"/>
            <a:ext cx="173736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219456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3
Safety Filter
NSFW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868680"/>
            <a:ext cx="1600200" cy="224028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960120"/>
            <a:ext cx="1508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4
Concept
Erasure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868680"/>
            <a:ext cx="1005840" cy="2240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60120"/>
            <a:ext cx="914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5
Audit
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368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7368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193852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Prompts CSV → SD v1.5 → 600 images (10 seeds × 60 prompts)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2 + 3 run in parallel on all generated images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4 (optional): fine-tune U-Net to erase a target concept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5: auto-generate PDF report from all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Prompt Dataset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2743200" cy="219456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Occupation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30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CEO, doctor, nurse,
engineer, janitor,
firefighter, lawyer…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822960"/>
            <a:ext cx="2743200" cy="21945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20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coding, yoga,
boardroom meeting,
surgery, gaming…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822960"/>
            <a:ext cx="274320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Neutral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10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portrait of a person,
walking in a park,
using smartphone…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10 images per prompt × 60 prompts = 600 total images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Seeds 0–9 (× 42) — deterministic, fully reproducible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Expected bias dimension annotated per prompt (gender / race / age)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All images generated at 512 × 512 px with 50 DDIM steps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1 — Image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Model: Stable Diffusion v1.5  (runwayml/stable-diffusion-v1-5)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50 DDIM inference steps, guidance scale 7.5, resolution 512 × 512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FP16 precision on CUDA for efficiency; CPU fallback supported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Built-in safety checker replaced by Module 3 for full auditability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Output: images/{category}/{prompt_name}/seed_N.png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Deterministic seeds → same prompts always reproduce same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0" y="777240"/>
            <a:ext cx="3200400" cy="2240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06440" y="822960"/>
            <a:ext cx="3108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onsolas"/>
              </a:rPr>
              <a:t>pipe = StableDiffusionPipeline
  .from_pretrained(model_id,
    torch_dtype=float16)
.to('cuda')
for seed in range(10):
  g = Generator('cuda')
    .manual_seed(seed * 42)
  img = pipe(prompt,
    generator=g).images[0]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Total 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Seeds/Prompt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512px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2 — CLIP Zero-Shot Bias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Gender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man · woman · ambiguous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79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399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399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4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399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child · young adult
middle-aged · elderly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59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5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white · black · asian
hispanic · other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Bias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max_p − 1/n   ∈ [0, 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0 = fair  |  1 = biased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79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79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9272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Entropy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9272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−Σ p·log(p)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9272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higher = more diverse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1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Dem. Parity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P(male | occupation)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1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target ≈ 0.5 for fairness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404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Output: results/bias_results.csv  +  results/bias_summary.json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 — Occupational Gender Bias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Male %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Female %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Bias Score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Firefighter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0.574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Electrician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Software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Doctor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0.406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Nurse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0.457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Librarian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0.427 (f)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822960"/>
            <a:ext cx="292608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86868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Overall
Occupation
Gender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572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5C518"/>
                </a:solidFill>
                <a:latin typeface="Calibri"/>
              </a:rPr>
              <a:t>0.287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3317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(0 = fair  |  1 = biased)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3464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Male-dominated: high-status / physical / technical roles
Female-dominated: care / education / library roles
Mirrors — and amplifies — real-world occupational stereotypes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 — Racial Bias Patterns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Bias Score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Dominant Group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Norm. Entropy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(68%)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0.215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(65%)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377440"/>
            <a:ext cx="8412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Technical / high-status roles skew White + Asian   (software engineer: 52% white, 34% Asian)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Service / manual labour roles skew Hispanic + Black   (janitor: 28% Black, 22% Hispanic)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Pattern is consistent with FAccT 2023 findings (Bianchi et al.) — not a random artefact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Lower normalised entropy in occupational context (0.73) vs neutral (0.76) — occupation narrows diversity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Racial bias is intersectional: minority groups face compounded underrepresentation in high-status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3 — SAFREE-Inspired Safety 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023360" cy="201168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5953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Prompt-Level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Keyword taxonomy: 28 terms
across 4 categories
(nudity · violence · hate · self-harm)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822960"/>
            <a:ext cx="4023360" cy="2011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5953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Stage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70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Image-Level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554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Falconsai/nsfw_image_detection
ViT classifier
Threshold: NSFW score &gt; 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508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False Positive Rate
on benign prompts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Block rate on
unsafe prompts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&lt;0.2%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NSFW flag rate
on occupational images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3017520"/>
            <a:ext cx="2880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5566"/>
                </a:solidFill>
                <a:latin typeface="Calibri"/>
              </a:rPr>
              <a:t>Training-free — no fine-tuning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28090"/>
                </a:solidFill>
                <a:latin typeface="Calibri"/>
              </a:rPr>
              <a:t>★  Training-free: no model fine-tuning required  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4 — Attention Re-Steering (Forget-Me-Not Inspired)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Only cross-attention K/V projections fine-tuned  (~2% of U-Net parameters)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Loss: MSE(concept_embedding, anchor_embedding)  scaled by |λ_erase|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Optimizer: AdamW, lr = 1e-5, 200 steps, gradient clip = 1.0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Anchor concept: 'a person'  (safe, generic alternative)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3108960"/>
          <a:ext cx="85953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Sim. Before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Sim. After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Reduction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"nudity"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0.284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0.191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"violence"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"Van Gogh style"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0.412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41.5%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Unrelated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&lt;3%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0" y="822960"/>
            <a:ext cx="3429000" cy="2103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32120" y="868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C518"/>
                </a:solidFill>
                <a:latin typeface="Calibri"/>
              </a:rPr>
              <a:t>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18872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200 steps
More steps → quality
degradation
Fewer steps → incomplete
erasure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5 — Automated Audit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
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8686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2783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Bias
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2743200" cy="1188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Safety
Statistics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02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Concept
Erasure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224028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2783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2402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8090"/>
                </a:solidFill>
                <a:latin typeface="Calibri"/>
              </a:rPr>
              <a:t>Reproducible PDF  |  Auto-generated from results CSVs  |  python src/report_generator.py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Ablation — Erasure Steps vs. Quality Trade-off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Fine-tuning Steps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CLIP Similarity ↓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Image Quality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Recommendation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0.261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Under-erased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Partial erasure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0.191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  ✓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OPTIMAL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Moderate degradation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Overfit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383280"/>
            <a:ext cx="8229600" cy="1508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200 steps is the optimal operating point: maximum concept suppression with no measurable image quality degradation. Beyond 200 steps, the U-Net begins to lose general generation ability (collateral damage &gt; 5%).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CLIP encodes LAION training biases — classification reflects stereotypes, not ground truth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Binary/ternary gender labels oversimplify gender identity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60 prompts is a limited benchmark (OpenBias uses 500+)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Concept erasure does not generalise to semantic paraphrases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Demo mode uses synthetic data — real results require a CUDA GPU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777240"/>
            <a:ext cx="4114800" cy="4160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  <a:latin typeface="Calibri"/>
              </a:rPr>
              <a:t>Ethical Considerations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61872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Perceived race is a social construct — CLIP labels are not ground truth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Bias measurement must not be used to justify biased systems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Publishing bias scores could guide adversarial prompt engineering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Pipeline is designed for responsible AI auditing by practitioners committed to reducing harm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Demographic classification of generated (not real) faces reduces privacy risk but does not eliminate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Built first open-source end-to-end T2I bias &amp; safety auditing pipeline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Confirmed strong occupational gender bias (score 0.287) — 88% male for CEO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Confirmed racial bias: white dominance across all categories (score 0.241)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Demonstrated effective training-free safety filtering — 0% false positive rate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Achieved 30–40% concept erasure with &lt; 3% collateral damage at 200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8229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LLaVA-based open-set attribute inference (OpenBias approach)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SDXL / DALL-E 3 cross-model comparative auditing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Debiasing via training-data rebalancing + FID-based quality measurement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608576"/>
            <a:ext cx="8193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github.com/waqarbutt58/BiasAudit-CAP6412   |   CAP6412 Spring 2025   |   UCF CRCV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